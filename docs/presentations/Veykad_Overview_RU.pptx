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4202286c947ec" /><Relationship Type="http://schemas.openxmlformats.org/officeDocument/2006/relationships/extended-properties" Target="/docProps/app.xml" Id="R193491dbb1e542f8" /><Relationship Type="http://schemas.openxmlformats.org/officeDocument/2006/relationships/officeDocument" Target="/ppt/presentation.xml" Id="Rb31146c8259942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77d69dd0544807"/>
  </p:sldMasterIdLst>
  <p:notesMasterIdLst>
    <p:notesMasterId xmlns:r="http://schemas.openxmlformats.org/officeDocument/2006/relationships" r:id="Rc5facfe0e07d48f8"/>
  </p:notesMasterIdLst>
  <p:sldIdLst>
    <p:sldId xmlns:r="http://schemas.openxmlformats.org/officeDocument/2006/relationships" id="256" r:id="R5b3937657f604058"/>
    <p:sldId xmlns:r="http://schemas.openxmlformats.org/officeDocument/2006/relationships" id="257" r:id="R13e87f7f96f64418"/>
    <p:sldId xmlns:r="http://schemas.openxmlformats.org/officeDocument/2006/relationships" id="258" r:id="R55e07899ab14483a"/>
    <p:sldId xmlns:r="http://schemas.openxmlformats.org/officeDocument/2006/relationships" id="259" r:id="R3666ea88ac044c9f"/>
    <p:sldId xmlns:r="http://schemas.openxmlformats.org/officeDocument/2006/relationships" id="260" r:id="Ree50d6f59d61445b"/>
    <p:sldId xmlns:r="http://schemas.openxmlformats.org/officeDocument/2006/relationships" id="261" r:id="R01acbcc51142475b"/>
    <p:sldId xmlns:r="http://schemas.openxmlformats.org/officeDocument/2006/relationships" id="262" r:id="R8206a5c0a01149d7"/>
    <p:sldId xmlns:r="http://schemas.openxmlformats.org/officeDocument/2006/relationships" id="263" r:id="R36e757cf77154702"/>
    <p:sldId xmlns:r="http://schemas.openxmlformats.org/officeDocument/2006/relationships" id="264" r:id="R15f118d499e04d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92757a254d4234" /><Relationship Type="http://schemas.openxmlformats.org/officeDocument/2006/relationships/slideMaster" Target="/ppt/slideMasters/slideMaster1.xml" Id="R6477d69dd0544807" /><Relationship Type="http://schemas.openxmlformats.org/officeDocument/2006/relationships/notesMaster" Target="/ppt/notesMasters/notesMaster1.xml" Id="Rc5facfe0e07d48f8" /><Relationship Type="http://schemas.openxmlformats.org/officeDocument/2006/relationships/presProps" Target="/ppt/presProps.xml" Id="R22fb4954a8774336" /><Relationship Type="http://schemas.openxmlformats.org/officeDocument/2006/relationships/tableStyles" Target="/ppt/tableStyles.xml" Id="R5148782a1c614bc8" /><Relationship Type="http://schemas.openxmlformats.org/officeDocument/2006/relationships/slide" Target="/ppt/slides/slide1.xml" Id="R5b3937657f604058" /><Relationship Type="http://schemas.openxmlformats.org/officeDocument/2006/relationships/slide" Target="/ppt/slides/slide2.xml" Id="R13e87f7f96f64418" /><Relationship Type="http://schemas.openxmlformats.org/officeDocument/2006/relationships/slide" Target="/ppt/slides/slide3.xml" Id="R55e07899ab14483a" /><Relationship Type="http://schemas.openxmlformats.org/officeDocument/2006/relationships/slide" Target="/ppt/slides/slide4.xml" Id="R3666ea88ac044c9f" /><Relationship Type="http://schemas.openxmlformats.org/officeDocument/2006/relationships/slide" Target="/ppt/slides/slide5.xml" Id="Ree50d6f59d61445b" /><Relationship Type="http://schemas.openxmlformats.org/officeDocument/2006/relationships/slide" Target="/ppt/slides/slide6.xml" Id="R01acbcc51142475b" /><Relationship Type="http://schemas.openxmlformats.org/officeDocument/2006/relationships/slide" Target="/ppt/slides/slide7.xml" Id="R8206a5c0a01149d7" /><Relationship Type="http://schemas.openxmlformats.org/officeDocument/2006/relationships/slide" Target="/ppt/slides/slide8.xml" Id="R36e757cf77154702" /><Relationship Type="http://schemas.openxmlformats.org/officeDocument/2006/relationships/slide" Target="/ppt/slides/slide9.xml" Id="R15f118d499e0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7fd818336646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6b6d74a3324532" /><Relationship Type="http://schemas.openxmlformats.org/officeDocument/2006/relationships/notesMaster" Target="/ppt/notesMasters/notesMaster1.xml" Id="R42d5badec5bf46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b77a494b94b75" /><Relationship Type="http://schemas.openxmlformats.org/officeDocument/2006/relationships/notesMaster" Target="/ppt/notesMasters/notesMaster1.xml" Id="Rb4dd40bfb0654f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f6ce7296ef45fd" /><Relationship Type="http://schemas.openxmlformats.org/officeDocument/2006/relationships/notesMaster" Target="/ppt/notesMasters/notesMaster1.xml" Id="Rc4e9be86c24248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538b732c054116" /><Relationship Type="http://schemas.openxmlformats.org/officeDocument/2006/relationships/notesMaster" Target="/ppt/notesMasters/notesMaster1.xml" Id="R484d0d9863244d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35040b40394484" /><Relationship Type="http://schemas.openxmlformats.org/officeDocument/2006/relationships/notesMaster" Target="/ppt/notesMasters/notesMaster1.xml" Id="R1a0080301ff340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9b4f89c804a47" /><Relationship Type="http://schemas.openxmlformats.org/officeDocument/2006/relationships/notesMaster" Target="/ppt/notesMasters/notesMaster1.xml" Id="R3d5c98b61a934f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4a2fe31e52400a" /><Relationship Type="http://schemas.openxmlformats.org/officeDocument/2006/relationships/notesMaster" Target="/ppt/notesMasters/notesMaster1.xml" Id="Rd046c8a0b8924a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5d7dc788c14671" /><Relationship Type="http://schemas.openxmlformats.org/officeDocument/2006/relationships/notesMaster" Target="/ppt/notesMasters/notesMaster1.xml" Id="R26cb111576e24c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9af4bc01db43ec" /><Relationship Type="http://schemas.openxmlformats.org/officeDocument/2006/relationships/notesMaster" Target="/ppt/notesMasters/notesMaster1.xml" Id="Rc972335136f9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README.md, первые два раздела; app/src/main/AndroidManifest.xml. Бренд в приложении: Veykad. Внешний обзор текущего рабочего дерева на 2 октября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MainActivity.kt: launchers, refreshMusicForStyle, startRender, showCompletedResult, shareResult; EditSession.kt; MontageStylePresentation.kt.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MontageStyleCatalog.kt; MontageStylePresentation.kt; HeartbeatMontageProfile.kt; FearMontageProfile.kt; DualityLoopProfile.kt; BuiltInMusicCatalog.kt. Sigma исключена из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VeycadAutomaticEditor.kt; VeycadEventPipeline.kt; LocalSemanticFrameAnalyzer.kt; VisualEventMap.kt; BuiltInMusicCatalog.kt; RenderedMp4Acceptance.kt. Анализ является измерительным и не гарантирует художественное качество любого материала.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README.md; AndroidManifest.xml: INTERNET и ACCESS_NETWORK_STATE удаляются из production manifest. Анализ и экспорт локальны. shareResult отправляет MP4 только через ACTION_SEND по действию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MainActivity.kt: showMyEdits, showStoredEdit, saveResult, shareResult; CompletedRenderStore.kt; SupportMatrix.md. Скриншот app-edits-implementation.png из сентябрьской версии показывает существующий раздел коллекции.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MainActivity.kt: showQualityPicker, bindViews, clearTemporaryFiles, notifyRenderReady. Скриншот app-settings-implementation.png из сентябрьской версии. 1080p опция не означает универсальную поддержку всех устройств.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SupportMatrix.md: Вход и выход; MainActivity.kt startRender; EditDurationPolicy.kt; DualityLoopProfile.kt. Размеры и длительность описывают обычные профили, а не SLA.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README.md: состояние проекта, последний абзац; MontageStyleCatalog.kt; MontageFailurePresentation.kt; docs/SupportMatrix.md. Полностью принятый публичный релиз не заявлен. Планы и пилотные камеры других сборок не включены в перечень основных функций.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fc401071c42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5e88692a2b4f74" /><Relationship Type="http://schemas.openxmlformats.org/officeDocument/2006/relationships/slideLayout" Target="/ppt/slideLayouts/slideLayout1.xml" Id="R8a2069e1c72d4d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069e1c72d4d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00114d6be4aa5" /><Relationship Type="http://schemas.openxmlformats.org/officeDocument/2006/relationships/image" Target="/ppt/media/image.png" Id="R14093861e18a469d" /><Relationship Type="http://schemas.openxmlformats.org/officeDocument/2006/relationships/notesSlide" Target="/ppt/notesSlides/notesSlide1.xml" Id="Rd49bc6ca736145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629a3ca1a4ea1" /><Relationship Type="http://schemas.openxmlformats.org/officeDocument/2006/relationships/notesSlide" Target="/ppt/notesSlides/notesSlide2.xml" Id="R65f6d72b164a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63424d574b5b" /><Relationship Type="http://schemas.openxmlformats.org/officeDocument/2006/relationships/notesSlide" Target="/ppt/notesSlides/notesSlide3.xml" Id="Ra982b58d1c2f44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1e32f8ad4e5b" /><Relationship Type="http://schemas.openxmlformats.org/officeDocument/2006/relationships/notesSlide" Target="/ppt/notesSlides/notesSlide4.xml" Id="R369ecc3182f0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652862a80497e" /><Relationship Type="http://schemas.openxmlformats.org/officeDocument/2006/relationships/notesSlide" Target="/ppt/notesSlides/notesSlide5.xml" Id="R302c8699320f40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e5e80f7964fc7" /><Relationship Type="http://schemas.openxmlformats.org/officeDocument/2006/relationships/image" Target="/ppt/media/image2.png" Id="R7908042744974d57" /><Relationship Type="http://schemas.openxmlformats.org/officeDocument/2006/relationships/notesSlide" Target="/ppt/notesSlides/notesSlide6.xml" Id="R71a7d205242d43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20df481184fd1" /><Relationship Type="http://schemas.openxmlformats.org/officeDocument/2006/relationships/image" Target="/ppt/media/image3.png" Id="R4a713f7751c74f00" /><Relationship Type="http://schemas.openxmlformats.org/officeDocument/2006/relationships/notesSlide" Target="/ppt/notesSlides/notesSlide7.xml" Id="R2940310568ee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0df575e0940a9" /><Relationship Type="http://schemas.openxmlformats.org/officeDocument/2006/relationships/notesSlide" Target="/ppt/notesSlides/notesSlide8.xml" Id="Rd1135004904748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22beaae8047ef" /><Relationship Type="http://schemas.openxmlformats.org/officeDocument/2006/relationships/notesSlide" Target="/ppt/notesSlides/notesSlide9.xml" Id="R382575b9c88c4e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3C7AA-88B6-4E84-AD7C-2C88216B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VEYKAD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241B8-ABFD-469A-AFA3-D7E2ED25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68A02-6577-49D9-8006-5CD64EA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714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Автоматический</a:t>
            </a:r>
          </a:p>
          <a:p xmlns:a="http://schemas.openxmlformats.org/drawingml/2006/main">
            <a:pPr>
              <a:defRPr sz="42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монтаж коротких видео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52F70-B75E-4052-8F1A-A99D371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Android-приложение для создания</a:t>
            </a:r>
          </a:p>
          <a:p xmlns:a="http://schemas.openxmlformats.org/drawingml/2006/main">
            <a:pPr>
              <a:defRPr sz="225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музыкальных эдитов из своих видео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CDAAB-7A17-44D5-9C59-C35A3AC0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Обзор продукта</a:t>
            </a:r>
          </a:p>
          <a:p xmlns:a="http://schemas.openxmlformats.org/drawingml/2006/main">
            <a:pPr>
              <a:defRPr sz="15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Октябрь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93861e18a469d"/>
          <a:stretch xmlns:a="http://schemas.openxmlformats.org/drawingml/2006/main"/>
        </p:blipFill>
        <p:spPr>
          <a:xfrm xmlns:a="http://schemas.openxmlformats.org/drawingml/2006/main">
            <a:off x="8134350" y="2453449"/>
            <a:ext cx="3333750" cy="27702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3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66D79-4FBF-43A7-9AF9-EBF816C3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Как создаётся монтаж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BD869-2D55-4B27-B0C3-2A5E3765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C5321-04B9-4EC2-9851-FDFCE893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A4645-9232-443A-A1E1-E1C431BA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Видео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8F21F-1AC2-456F-A150-1D5E59B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Выбор одного или двух</a:t>
            </a:r>
          </a:p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исходников на устройстве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527ED-1AD3-475B-AAD6-B70B2903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E91B8-7838-4E26-BAA9-1BFBCC60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Стиль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235E-31EA-40C2-9146-742EC9FB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52875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Выбор монтажного рецепта</a:t>
            </a:r>
          </a:p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со своей встроенной музыкой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1811C-7105-4BAA-ADBE-CA01B5A9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415DA-60B6-4B3F-BFFA-7E56615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Монтаж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FB29D-E5D3-4722-B93E-D116BD16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52875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Автоматический анализ</a:t>
            </a:r>
          </a:p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и сборка ролика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A01BB-B8E0-47C6-8C26-0B111FB0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717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5F431-6B3E-4B90-B3FB-B4B7A89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BBBBED-D04F-4EBF-9084-A86DDAC9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52875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Просмотр, сохранение</a:t>
            </a:r>
          </a:p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и отправка MP4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9495EE-37E0-4E1A-ADD7-9F64C237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Пользователю не нужно вручную собирать таймлайн</a:t>
            </a:r>
          </a:p>
        </p:txBody>
      </p:sp>
    </p:spTree>
    <p:extLst>
      <p:ext uri="{BB962C8B-B14F-4D97-AF65-F5344CB8AC3E}">
        <p14:creationId xmlns:p14="http://schemas.microsoft.com/office/powerpoint/2010/main" val="464926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01767-CFBB-40C7-A22E-504700C3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Три доступных стиля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D8BCE-1F6F-40EA-A650-04A651A2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7E9BD-7E32-4F11-B89B-401388C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Heartbeat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7C024-6DD5-442B-A230-E893307F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Пульс, повтор музыкальной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фразы и временное эхо.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Завершение на чёрном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4A33C-D354-4F75-9685-7EA92636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1 видео от 15 секунд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17716-F242-4920-912C-B170FFC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85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FEAR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E39F2-02D9-4C3F-9310-8B4E499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Монтаж по движению,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резкие склейки и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стробоскопические акценты.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16A44-CA40-4871-9614-5DB31E76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197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1 видео от 15 секунд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54493-DF04-4195-8352-585C1442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859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DUALITY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016F7-E8B3-4F1E-AE50-DBB16A4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Две связанные сцены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с ритмичным чередованием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и перекличкой моментов.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BC5A0-7755-4FD6-98F9-D4DFF2CB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9700"/>
            <a:ext cx="338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2 видео от 6 секунд каждое</a:t>
            </a:r>
          </a:p>
        </p:txBody>
      </p:sp>
    </p:spTree>
    <p:extLst>
      <p:ext uri="{BB962C8B-B14F-4D97-AF65-F5344CB8AC3E}">
        <p14:creationId xmlns:p14="http://schemas.microsoft.com/office/powerpoint/2010/main" val="859390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F66AC-4AD0-4F67-80F1-2EF53553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Что приложение делает автоматически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1B477-2D8E-42A6-9293-48A21DDD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3C6A1-7597-4426-B500-B3B9A624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Анализ исходников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EAA77-EB27-4700-BA5C-6BDC2AC8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38350"/>
            <a:ext cx="728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Оценивает видимость человека, движение и события в кадре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6816D-AAED-48D3-A8E7-9E21F8AE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Выбор фрагментов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7E07C-7C74-4E8C-B922-F27B7E9F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38475"/>
            <a:ext cx="728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Подбирает моменты по требованиям выбранного стиля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B2364-CD2F-478F-B2D0-71079F9E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Музыка и ритм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50424-813C-45E8-86C5-A39C636F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038600"/>
            <a:ext cx="728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Использует встроенный трек стиля и его музыкальные акценты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02BE7-9389-440C-AFFC-884FBE7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319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Сборка и проверка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E499C-736E-4F1E-9D31-8A75300C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038725"/>
            <a:ext cx="728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Рендерит эффекты и проверяет технический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125440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F0F64-6D9F-469C-A861-DEC36958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5F2"/>
                </a:solidFill>
                <a:latin typeface="Arial"/>
                <a:ea typeface="Arial"/>
                <a:cs typeface="Arial"/>
              </a:rPr>
              <a:t>Обработка на устройстве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BC752-6431-40F8-B65D-8CF782F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4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4B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1EE2B-D706-4ADF-AD76-C3248623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876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5F2"/>
                </a:solidFill>
                <a:latin typeface="Arial"/>
                <a:ea typeface="Arial"/>
                <a:cs typeface="Arial"/>
              </a:rPr>
              <a:t>Без аккаунта</a:t>
            </a:r>
          </a:p>
          <a:p xmlns:a="http://schemas.openxmlformats.org/drawingml/2006/main">
            <a:pPr>
              <a:defRPr sz="4800" b="1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5F5F2"/>
                </a:solidFill>
                <a:latin typeface="Arial"/>
                <a:ea typeface="Arial"/>
                <a:cs typeface="Arial"/>
              </a:rPr>
              <a:t>и подключения к сети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1AFC2-651F-4002-A6FB-3FF1205C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28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C5C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C5C0"/>
                </a:solidFill>
                <a:latin typeface="Arial"/>
                <a:ea typeface="Arial"/>
                <a:cs typeface="Arial"/>
              </a:rPr>
              <a:t>Анализ видео и экспорт выполняются локально.</a:t>
            </a:r>
          </a:p>
          <a:p xmlns:a="http://schemas.openxmlformats.org/drawingml/2006/main">
            <a:pPr>
              <a:defRPr sz="2250" b="0">
                <a:solidFill>
                  <a:srgbClr val="BEC5C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C5C0"/>
                </a:solidFill>
                <a:latin typeface="Arial"/>
                <a:ea typeface="Arial"/>
                <a:cs typeface="Arial"/>
              </a:rPr>
              <a:t>Для обработки приложение не загружает исходники в облако.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D78DE-9D6B-48C6-8A38-988FB8CA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1042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5F5F2"/>
                </a:solidFill>
                <a:latin typeface="Arial"/>
                <a:ea typeface="Arial"/>
                <a:cs typeface="Arial"/>
              </a:rPr>
              <a:t>Готовым роликом пользователь делится через системное меню Android</a:t>
            </a:r>
          </a:p>
        </p:txBody>
      </p:sp>
    </p:spTree>
    <p:extLst>
      <p:ext uri="{BB962C8B-B14F-4D97-AF65-F5344CB8AC3E}">
        <p14:creationId xmlns:p14="http://schemas.microsoft.com/office/powerpoint/2010/main" val="103946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B0858-6FB3-47BE-ACAB-DF56976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Готовый ролик и коллекция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F9320-4883-4385-8776-C2B884C1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98111-968C-4DB8-B9FD-AA21E6A7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MP4 со звуком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DA1D9-57EF-4B6C-84C3-90FF2BE2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719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Просмотр результата внутри приложения.</a:t>
            </a:r>
          </a:p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Сохранение в галерею и отправка</a:t>
            </a:r>
          </a:p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через доступные приложения Android.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43453-1E97-4B16-85A2-0728DF63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Раздел «Мои эдиты» хранит сохранённые</a:t>
            </a:r>
          </a:p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монтажи и позволяет открывать их повторно.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8042744974d57"/>
          <a:stretch xmlns:a="http://schemas.openxmlformats.org/drawingml/2006/main"/>
        </p:blipFill>
        <p:spPr>
          <a:xfrm xmlns:a="http://schemas.openxmlformats.org/drawingml/2006/main">
            <a:off x="8653732" y="1657350"/>
            <a:ext cx="2485486" cy="4391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927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EB00C-9E11-41A5-85C5-A3FAB68B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Настройки монтажа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DCA11-C0FA-4E08-AD03-4341DD6E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C3F95-5477-49F0-946F-90D522D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33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720p или 1080p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3BC15-7E4F-4823-9EB1-72E21882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1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Выбор качества экспортируемого видео</a:t>
            </a:r>
          </a:p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и стиля по умолчанию.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6225-3018-4674-9058-813970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Автоматическое сохранение в галерею.</a:t>
            </a:r>
          </a:p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Уведомление о завершении монтажа.</a:t>
            </a:r>
          </a:p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Очистка временных файлов.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13f7751c74f00"/>
          <a:stretch xmlns:a="http://schemas.openxmlformats.org/drawingml/2006/main"/>
        </p:blipFill>
        <p:spPr>
          <a:xfrm xmlns:a="http://schemas.openxmlformats.org/drawingml/2006/main">
            <a:off x="8524875" y="1600412"/>
            <a:ext cx="2781300" cy="441917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87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9AA55-7E7C-4B11-8E1F-235657A4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Исходники и формат результата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8EB7-0E0C-4E65-97FD-D0852FFE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BB82D-9DC5-46CE-946C-65783EFD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0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Подходящие исходники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C7D47-0184-42AC-8A25-A72CBDEB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339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Видео с хорошо видимым человеком.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Для FEAR нужно читаемое движение.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Базовый проверенный формат: MP4, H.264, SDR.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CABE9-1F18-429C-AA80-E9BB03BF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Совместимость входного видео зависит</a:t>
            </a:r>
          </a:p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от декодера конкретного телефона.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A97D8-91B8-4C58-9EFC-2CDCB510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002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Экспорт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48DE0-7349-42D4-B230-8460984A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52750"/>
            <a:ext cx="485775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MP4 с видео H.264 и звуком AAC.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Вертикальный формат, для FEAR квадрат.</a:t>
            </a:r>
          </a:p>
          <a:p xmlns:a="http://schemas.openxmlformats.org/drawingml/2006/main">
            <a:pPr>
              <a:defRPr sz="210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Обычно около 18–22 секунд.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07D0F-A73A-437C-A3E4-CBA810E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95875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Android 8.0 указан как минимум APK.</a:t>
            </a:r>
          </a:p>
          <a:p xmlns:a="http://schemas.openxmlformats.org/drawingml/2006/main">
            <a:pPr>
              <a:defRPr sz="18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Проверка всех устройств ещё продолжается.</a:t>
            </a:r>
          </a:p>
        </p:txBody>
      </p:sp>
    </p:spTree>
    <p:extLst>
      <p:ext uri="{BB962C8B-B14F-4D97-AF65-F5344CB8AC3E}">
        <p14:creationId xmlns:p14="http://schemas.microsoft.com/office/powerpoint/2010/main" val="1134721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7E58A-CE56-4BEC-913E-4CFE28A4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Текущий этап продукта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0F-E4E1-40FC-8FBD-EEFDD26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639A8-8B41-4556-A07A-E3DCAA46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51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5138"/>
                </a:solidFill>
                <a:latin typeface="Arial"/>
                <a:ea typeface="Arial"/>
                <a:cs typeface="Arial"/>
              </a:rPr>
              <a:t>Рабочая версия в разработке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08B75-46B4-4B82-B765-C0C4F49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Heartbeat, FEAR и DUALITY доступны в приложении.</a:t>
            </a:r>
          </a:p>
          <a:p xmlns:a="http://schemas.openxmlformats.org/drawingml/2006/main">
            <a:pPr>
              <a:defRPr sz="2250" b="0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315"/>
                </a:solidFill>
                <a:latin typeface="Arial"/>
                <a:ea typeface="Arial"/>
                <a:cs typeface="Arial"/>
              </a:rPr>
              <a:t>Сигма временно недоступна.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8F4F3-D4C8-4123-9B6A-45147E0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Качество зависит от исходного материала. При нехватке</a:t>
            </a:r>
          </a:p>
          <a:p xmlns:a="http://schemas.openxmlformats.org/drawingml/2006/main">
            <a:pPr>
              <a:defRPr sz="2100" b="0">
                <a:solidFill>
                  <a:srgbClr val="666D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66D6A"/>
                </a:solidFill>
                <a:latin typeface="Arial"/>
                <a:ea typeface="Arial"/>
                <a:cs typeface="Arial"/>
              </a:rPr>
              <a:t>надёжных данных приложение может отказать в монтаже.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F32AD-A801-49B4-BB31-84587282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5"/>
                </a:solidFill>
                <a:latin typeface="Arial"/>
                <a:ea typeface="Arial"/>
                <a:cs typeface="Arial"/>
              </a:rPr>
              <a:t>Проверка совместимости и полная визуальная приёмка продолжаются</a:t>
            </a:r>
          </a:p>
        </p:txBody>
      </p:sp>
    </p:spTree>
    <p:extLst>
      <p:ext uri="{BB962C8B-B14F-4D97-AF65-F5344CB8AC3E}">
        <p14:creationId xmlns:p14="http://schemas.microsoft.com/office/powerpoint/2010/main" val="1522911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2026-10-02T08:52:37.6630000Z</dcterms:created>
  <dcterms:modified xsi:type="dcterms:W3CDTF">2026-10-02T08:52:37.6630000Z</dcterms:modified>
</coreProperties>
</file>